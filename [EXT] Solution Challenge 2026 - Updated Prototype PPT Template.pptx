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upd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ated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Updated Prototype must include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Updated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solution(if made any changes)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Opportunities(Based on 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updates made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all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features offered by the solution(Include new features 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added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Updated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Updated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Updated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 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(Add all technology used)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Updated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Google technologies/services used?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Updated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Updated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Updated 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